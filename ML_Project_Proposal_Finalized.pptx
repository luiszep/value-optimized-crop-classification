
<file path=[Content_Types].xml><?xml version="1.0" encoding="utf-8"?>
<Types xmlns="http://schemas.openxmlformats.org/package/2006/content-types">
  <Default ContentType="image/jpeg" Extension="jpg"/>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e67205ee69_0_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e67205ee69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e67205ee69_0_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e67205ee69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e67205ee69_0_2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e67205ee69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4" name="Google Shape;14;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0" name="Google Shape;20;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4"/>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4"/>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26" name="Google Shape;26;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5"/>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2" name="Google Shape;32;p5"/>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3" name="Google Shape;33;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6"/>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39" name="Google Shape;39;p6"/>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0" name="Google Shape;40;p6"/>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1" name="Google Shape;41;p6"/>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2" name="Google Shape;42;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descr="Can you help me refine/improve the attached powerpoint presentation for my project proposal of my Graduate Machine Learning class. Make it visually presentable and easier to follow. Simply improve it. Keep the actual text as is; however, improve it visually by adding related images/themes/etc. " id="84" name="Google Shape;84;p13"/>
          <p:cNvPicPr preferRelativeResize="0"/>
          <p:nvPr/>
        </p:nvPicPr>
        <p:blipFill>
          <a:blip r:embed="rId3">
            <a:alphaModFix/>
          </a:blip>
          <a:stretch>
            <a:fillRect/>
          </a:stretch>
        </p:blipFill>
        <p:spPr>
          <a:xfrm>
            <a:off x="0" y="0"/>
            <a:ext cx="9144001" cy="6858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pic>
        <p:nvPicPr>
          <p:cNvPr descr="Can you help me refine/improve the attached powerpoint presentation for my project proposal of my Graduate Machine Learning class. Make it visually presentable and easier to follow. Simply improve it. Keep the actual text as is; however, improve it visually by adding related images/themes/etc. " id="89" name="Google Shape;89;p14"/>
          <p:cNvPicPr preferRelativeResize="0"/>
          <p:nvPr/>
        </p:nvPicPr>
        <p:blipFill rotWithShape="1">
          <a:blip r:embed="rId3">
            <a:alphaModFix/>
          </a:blip>
          <a:srcRect b="0" l="2453" r="5348" t="0"/>
          <a:stretch/>
        </p:blipFill>
        <p:spPr>
          <a:xfrm>
            <a:off x="0" y="661275"/>
            <a:ext cx="9144001" cy="5535452"/>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pic>
        <p:nvPicPr>
          <p:cNvPr descr="Can you help me refine/improve the attached powerpoint presentation for my project proposal of my Graduate Machine Learning class. Make it visually presentable and easier to follow. Simply improve it. Keep the actual text as is; however, improve it visually by adding related images/themes/etc. " id="94" name="Google Shape;94;p15"/>
          <p:cNvPicPr preferRelativeResize="0"/>
          <p:nvPr/>
        </p:nvPicPr>
        <p:blipFill rotWithShape="1">
          <a:blip r:embed="rId3">
            <a:alphaModFix/>
          </a:blip>
          <a:srcRect b="0" l="3653" r="4562" t="0"/>
          <a:stretch/>
        </p:blipFill>
        <p:spPr>
          <a:xfrm>
            <a:off x="42213" y="674500"/>
            <a:ext cx="9059576" cy="550897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